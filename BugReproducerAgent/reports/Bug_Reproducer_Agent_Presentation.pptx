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 of the Autonomous Bug Reproducer &amp; Fixer Agent. This presentation explains the architecture, motivation, and the 10 autonomous steps that turn any GitHub issue into a verified code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38BDF8"/>
                </a:solidFill>
              </a:defRPr>
            </a:pPr>
            <a:r>
              <a:t>🤖 AUTONOMOUS BUG REPRODUCER &amp; FIXER AGENT</a:t>
            </a:r>
          </a:p>
          <a:p>
            <a:pPr>
              <a:spcAft>
                <a:spcPts val="2400"/>
              </a:spcAft>
              <a:defRPr sz="2000">
                <a:solidFill>
                  <a:srgbClr val="F8FAFC"/>
                </a:solidFill>
              </a:defRPr>
            </a:pPr>
            <a:r>
              <a:t>From GitHub Issue URL to Verified Reproduction, Surgical Code Fix, and Report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10-Step Autonomous Pipeline  •  100% Local Sandbox  •  No Upstream Push  •  Qwen2.5-Coder / Gemini / Groq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MOTIVATION &amp; CORE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Bug Reproduction Takes Hours — And How We Automate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Developers spend up to 70% of debugging time just reproducing the issue.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The Manual Dilemma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Vague Reports: </a:t>
            </a:r>
            <a:r>
              <a:rPr>
                <a:solidFill>
                  <a:srgbClr val="F8FAFC"/>
                </a:solidFill>
              </a:rPr>
              <a:t>Issues often lack explicit reproduction steps or environment setup.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Setup Friction: </a:t>
            </a:r>
            <a:r>
              <a:rPr>
                <a:solidFill>
                  <a:srgbClr val="F8FAFC"/>
                </a:solidFill>
              </a:rPr>
              <a:t>Cloning repos, matching versions, and resolving dependencies is tedious.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False Fixes: </a:t>
            </a:r>
            <a:r>
              <a:rPr>
                <a:solidFill>
                  <a:srgbClr val="F8FAFC"/>
                </a:solidFill>
              </a:rPr>
              <a:t>Developers change code without writing a failing test first, leading to subtle regressions.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Wasted Engineering Time: </a:t>
            </a:r>
            <a:r>
              <a:rPr>
                <a:solidFill>
                  <a:srgbClr val="F8FAFC"/>
                </a:solidFill>
              </a:rPr>
              <a:t>First hour of debugging is burned on reproduction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The Agent Solution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One-Click Autonomy: </a:t>
            </a:r>
            <a:r>
              <a:rPr>
                <a:solidFill>
                  <a:srgbClr val="F8FAFC"/>
                </a:solidFill>
              </a:rPr>
              <a:t>Paste any GitHub Issue URL and let the agent manage the entire workflow.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Strict TDD Methodology: </a:t>
            </a:r>
            <a:r>
              <a:rPr>
                <a:solidFill>
                  <a:srgbClr val="F8FAFC"/>
                </a:solidFill>
              </a:rPr>
              <a:t>Forces a minimal failing test to crash BEFORE writing any code fix.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AST Source Inspection: </a:t>
            </a:r>
            <a:r>
              <a:rPr>
                <a:solidFill>
                  <a:srgbClr val="F8FAFC"/>
                </a:solidFill>
              </a:rPr>
              <a:t>Inspects real function signatures to eliminate LLM hallucinations.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Autonomous Verification: </a:t>
            </a:r>
            <a:r>
              <a:rPr>
                <a:solidFill>
                  <a:srgbClr val="F8FAFC"/>
                </a:solidFill>
              </a:rPr>
              <a:t>Re-executes pytest to mathematically prove the bug is resolved.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Key Engineering Tenets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100% Local &amp; Private: </a:t>
            </a:r>
            <a:r>
              <a:rPr>
                <a:solidFill>
                  <a:srgbClr val="F8FAFC"/>
                </a:solidFill>
              </a:rPr>
              <a:t>Executes inside isolated workspace/ folder. Zero git push to upstream.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Multi-Model Freedom: </a:t>
            </a:r>
            <a:r>
              <a:rPr>
                <a:solidFill>
                  <a:srgbClr val="F8FAFC"/>
                </a:solidFill>
              </a:rPr>
              <a:t>Works offline with local Ollama (Qwen2.5-Coder 7B) or cloud APIs.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Self-Correction Loop: </a:t>
            </a:r>
            <a:r>
              <a:rPr>
                <a:solidFill>
                  <a:srgbClr val="F8FAFC"/>
                </a:solidFill>
              </a:rPr>
              <a:t>If a fix fails verification, the agent rolls back, reflects, and retries.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Old vs. New Reporting: </a:t>
            </a:r>
            <a:r>
              <a:rPr>
                <a:solidFill>
                  <a:srgbClr val="F8FAFC"/>
                </a:solidFill>
              </a:rPr>
              <a:t>Synthesizes clear diffs and executive reports for human developers.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Safety Isolation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Complete separation between public GitHub repositories and the local execution sandbox.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GitHub Ingestion Layer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GitHub REST API v3: </a:t>
            </a:r>
            <a:r>
              <a:rPr>
                <a:solidFill>
                  <a:srgbClr val="F8FAFC"/>
                </a:solidFill>
              </a:rPr>
              <a:t>Fetches issue metadata, labels, comments, and repository branches.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Resilient HTML Scraper: </a:t>
            </a:r>
            <a:r>
              <a:rPr>
                <a:solidFill>
                  <a:srgbClr val="F8FAFC"/>
                </a:solidFill>
              </a:rPr>
              <a:t>Seamlessly falls back to HTML parsing if API rate limits (HTTP 403) trigger.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Shallow Clone Engine: </a:t>
            </a:r>
            <a:r>
              <a:rPr>
                <a:solidFill>
                  <a:srgbClr val="F8FAFC"/>
                </a:solidFill>
              </a:rPr>
              <a:t>Runs git clone --depth 1 into workspace/ to conserve bandwidth &amp; disk.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Strict Sandbox Pathing: </a:t>
            </a:r>
            <a:r>
              <a:rPr>
                <a:solidFill>
                  <a:srgbClr val="F8FAFC"/>
                </a:solidFill>
              </a:rPr>
              <a:t>All actions strictly confined within workspace/&lt;repo&gt;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2. Cognitive Agent Core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LLM Orchestrator: </a:t>
            </a:r>
            <a:r>
              <a:rPr>
                <a:solidFill>
                  <a:srgbClr val="F8FAFC"/>
                </a:solidFill>
              </a:rPr>
              <a:t>Coordinates state transitions and delegates tasks across 10 steps.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AST Code Profiler: </a:t>
            </a:r>
            <a:r>
              <a:rPr>
                <a:solidFill>
                  <a:srgbClr val="F8FAFC"/>
                </a:solidFill>
              </a:rPr>
              <a:t>Extracts real module declarations, classes, and parameter types.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Strict Target Filter: </a:t>
            </a:r>
            <a:r>
              <a:rPr>
                <a:solidFill>
                  <a:srgbClr val="F8FAFC"/>
                </a:solidFill>
              </a:rPr>
              <a:t>Blocks tests/, .venv, and site-packages from being patched.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Multi-Format Patch Parser: </a:t>
            </a:r>
            <a:r>
              <a:rPr>
                <a:solidFill>
                  <a:srgbClr val="F8FAFC"/>
                </a:solidFill>
              </a:rPr>
              <a:t>Extracts code from JSON, diff blocks, and SEARCH/REPLACE snippets.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3. Execution &amp; Verification Sandbox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Environment Isolation: </a:t>
            </a:r>
            <a:r>
              <a:rPr>
                <a:solidFill>
                  <a:srgbClr val="F8FAFC"/>
                </a:solidFill>
              </a:rPr>
              <a:t>Manages dedicated virtual environments with inherited dependencies.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Pytest Test Isolation: </a:t>
            </a:r>
            <a:r>
              <a:rPr>
                <a:solidFill>
                  <a:srgbClr val="F8FAFC"/>
                </a:solidFill>
              </a:rPr>
              <a:t>Runs with --noconftest, -o filterwarnings, and cache disabling.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Auto-Backup Engine: </a:t>
            </a:r>
            <a:r>
              <a:rPr>
                <a:solidFill>
                  <a:srgbClr val="F8FAFC"/>
                </a:solidFill>
              </a:rPr>
              <a:t>Creates .backup snapshots before modifying any source code.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Rollback Mechanism: </a:t>
            </a:r>
            <a:r>
              <a:rPr>
                <a:solidFill>
                  <a:srgbClr val="F8FAFC"/>
                </a:solidFill>
              </a:rPr>
              <a:t>Instantly restores original code if verification fails on first pass.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PROCESS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10-Step Autonomous 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structured, deterministic workflow driven by specialized agent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Phase A: Reproduction (Steps 1 – 5)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01. Fetch &amp; Clone: </a:t>
            </a:r>
            <a:r>
              <a:rPr>
                <a:solidFill>
                  <a:srgbClr val="F8FAFC"/>
                </a:solidFill>
              </a:rPr>
              <a:t>GitHub API / Scraper extracts issue; shallow-clones repo into workspace.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02. Setup &amp; Deps: </a:t>
            </a:r>
            <a:r>
              <a:rPr>
                <a:solidFill>
                  <a:srgbClr val="F8FAFC"/>
                </a:solidFill>
              </a:rPr>
              <a:t>Detects project language; configures isolated venv &amp; installs dependencies.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03. LLM Plan: </a:t>
            </a:r>
            <a:r>
              <a:rPr>
                <a:solidFill>
                  <a:srgbClr val="F8FAFC"/>
                </a:solidFill>
              </a:rPr>
              <a:t>LLM analyzes issue &amp; real AST signatures; formulates reproduction strategy.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04. Write Test: </a:t>
            </a:r>
            <a:r>
              <a:rPr>
                <a:solidFill>
                  <a:srgbClr val="F8FAFC"/>
                </a:solidFill>
              </a:rPr>
              <a:t>Writes a self-contained, minimal reproduction test (asserts expected behavior).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05. Run &amp; Crash: </a:t>
            </a:r>
            <a:r>
              <a:rPr>
                <a:solidFill>
                  <a:srgbClr val="F8FAFC"/>
                </a:solidFill>
              </a:rPr>
              <a:t>Executes test runner (pytest/node); confirms the crash &amp; captures stack trace.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Phase B: Resolution &amp; Report (Steps 6 – 10)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06. LLM Fix: </a:t>
            </a:r>
            <a:r>
              <a:rPr>
                <a:solidFill>
                  <a:srgbClr val="F8FAFC"/>
                </a:solidFill>
              </a:rPr>
              <a:t>Reverses traceback to find innermost library frame; LLM formulates root-cause fix.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07. Patch Code: </a:t>
            </a:r>
            <a:r>
              <a:rPr>
                <a:solidFill>
                  <a:srgbClr val="F8FAFC"/>
                </a:solidFill>
              </a:rPr>
              <a:t>Creates .backup file; applies verbatim indentation-preserving patch.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08. Verify Fix: </a:t>
            </a:r>
            <a:r>
              <a:rPr>
                <a:solidFill>
                  <a:srgbClr val="F8FAFC"/>
                </a:solidFill>
              </a:rPr>
              <a:t>Re-runs reproduction test &amp; regression suite; activates self-correction loop if needed.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09. LLM Report: </a:t>
            </a:r>
            <a:r>
              <a:rPr>
                <a:solidFill>
                  <a:srgbClr val="F8FAFC"/>
                </a:solidFill>
              </a:rPr>
              <a:t>Synthesizes comprehensive markdown report with executive summary &amp; diff.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10. Human Review: </a:t>
            </a:r>
            <a:r>
              <a:rPr>
                <a:solidFill>
                  <a:srgbClr val="F8FAFC"/>
                </a:solidFill>
              </a:rPr>
              <a:t>Presents before-and-after diffs, verification status, and logs in Streamlit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PIPELINE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Steps 1 &amp; 2: Issue Ingestion &amp; Zero-Config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Handling any arbitrary GitHub URL and preparing a ready-to-test execution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Step 1: Intelligent GitHub Ingestion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Universal URL Parsing: </a:t>
            </a:r>
            <a:r>
              <a:rPr>
                <a:solidFill>
                  <a:srgbClr val="F8FAFC"/>
                </a:solidFill>
              </a:rPr>
              <a:t>Supports /issues/123, /pull/123, /issues (latest), and bare repo URLs.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URL Sanitization: </a:t>
            </a:r>
            <a:r>
              <a:rPr>
                <a:solidFill>
                  <a:srgbClr val="F8FAFC"/>
                </a:solidFill>
              </a:rPr>
              <a:t>Strips query strings (?notification=...) and anchors (#issuecomment-...).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HTTP 403 Rate-Limit Shield: </a:t>
            </a:r>
            <a:r>
              <a:rPr>
                <a:solidFill>
                  <a:srgbClr val="F8FAFC"/>
                </a:solidFill>
              </a:rPr>
              <a:t>Automatically falls back to direct HTML scraping when API limit is reached.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Shallow Git Clone: </a:t>
            </a:r>
            <a:r>
              <a:rPr>
                <a:solidFill>
                  <a:srgbClr val="F8FAFC"/>
                </a:solidFill>
              </a:rPr>
              <a:t>Runs git clone --depth 1 into workspace/ ensuring clean repo state.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Universal Backup Cleanup: </a:t>
            </a:r>
            <a:r>
              <a:rPr>
                <a:solidFill>
                  <a:srgbClr val="F8FAFC"/>
                </a:solidFill>
              </a:rPr>
              <a:t>Restores prior .backup files and removes old reproduction test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Step 2: Environment Detection &amp; Setup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Multi-Language Detection: </a:t>
            </a:r>
            <a:r>
              <a:rPr>
                <a:solidFill>
                  <a:srgbClr val="F8FAFC"/>
                </a:solidFill>
              </a:rPr>
              <a:t>Detects Python, Node.js, Java Maven/Gradle, Go, Rust, and .NET.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Isolated Python Venv: </a:t>
            </a:r>
            <a:r>
              <a:rPr>
                <a:solidFill>
                  <a:srgbClr val="F8FAFC"/>
                </a:solidFill>
              </a:rPr>
              <a:t>Creates .reproducer-venv with --system-site-packages for rapid startup.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Fast-Path Optimization: </a:t>
            </a:r>
            <a:r>
              <a:rPr>
                <a:solidFill>
                  <a:srgbClr val="F8FAFC"/>
                </a:solidFill>
              </a:rPr>
              <a:t>Verifies pytest presence to avoid redundant, slow full-package rebuilds.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Fast Editable Install: </a:t>
            </a:r>
            <a:r>
              <a:rPr>
                <a:solidFill>
                  <a:srgbClr val="F8FAFC"/>
                </a:solidFill>
              </a:rPr>
              <a:t>Executes pip install --no-deps -e . so package metadata is recognized.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Baseline Test Check: </a:t>
            </a:r>
            <a:r>
              <a:rPr>
                <a:solidFill>
                  <a:srgbClr val="F8FAFC"/>
                </a:solidFill>
              </a:rPr>
              <a:t>Runs baseline tests with timeout protection to verify starting health.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PIPELINE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Step 3: AST Signature Inspection &amp; Cognitive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Eliminating LLM hallucinations by grounding reasoning in real repository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The Hallucination Challenge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The Problem: </a:t>
            </a:r>
            <a:r>
              <a:rPr>
                <a:solidFill>
                  <a:srgbClr val="F8FAFC"/>
                </a:solidFill>
              </a:rPr>
              <a:t>LLMs given only a bug report tend to invent fictitious class names (e.g. HeaderParser).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Import Failures: </a:t>
            </a:r>
            <a:r>
              <a:rPr>
                <a:solidFill>
                  <a:srgbClr val="F8FAFC"/>
                </a:solidFill>
              </a:rPr>
              <a:t>Generated test imports non-existent modules, causing ModuleNotFoundError.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Wrong Calling Signatures: </a:t>
            </a:r>
            <a:r>
              <a:rPr>
                <a:solidFill>
                  <a:srgbClr val="F8FAFC"/>
                </a:solidFill>
              </a:rPr>
              <a:t>LLM calls functions with incorrect parameter counts or wrong return types.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Traditional Result: </a:t>
            </a:r>
            <a:r>
              <a:rPr>
                <a:solidFill>
                  <a:srgbClr val="F8FAFC"/>
                </a:solidFill>
              </a:rPr>
              <a:t>The test crashes due to a syntax or import error, not the actual reported bug.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The AST Profiler Solution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AST Signature Extraction: </a:t>
            </a:r>
            <a:r>
              <a:rPr>
                <a:solidFill>
                  <a:srgbClr val="F8FAFC"/>
                </a:solidFill>
              </a:rPr>
              <a:t>Parses real def and class declarations with type annotations from source files.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Module Path Mapping: </a:t>
            </a:r>
            <a:r>
              <a:rPr>
                <a:solidFill>
                  <a:srgbClr val="F8FAFC"/>
                </a:solidFill>
              </a:rPr>
              <a:t>Maps file paths to import paths (e.g. service/header_parser.py -&gt; service.header_parser).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Grounded Context Injection: </a:t>
            </a:r>
            <a:r>
              <a:rPr>
                <a:solidFill>
                  <a:srgbClr val="F8FAFC"/>
                </a:solidFill>
              </a:rPr>
              <a:t>Supplies real public API signatures directly into the LLM system prompt.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Strategic Decision Output: </a:t>
            </a:r>
            <a:r>
              <a:rPr>
                <a:solidFill>
                  <a:srgbClr val="F8FAFC"/>
                </a:solidFill>
              </a:rPr>
              <a:t>LLM outputs concrete action (e.g. 'Test process_header with unicode payload').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PIPELINE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Steps 4 &amp; 5: Writing Minimal Repro Test &amp; Confirming Crash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Proving the bug exists through an unhandled, faithful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Step 4: Writing Minimal Reproduction Test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Strict TDD Principle: </a:t>
            </a:r>
            <a:r>
              <a:rPr>
                <a:solidFill>
                  <a:srgbClr val="F8FAFC"/>
                </a:solidFill>
              </a:rPr>
              <a:t>The test MUST assert the EXPECTED CORRECT behavior, not the crash.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Anti-Inversion Rule: </a:t>
            </a:r>
            <a:r>
              <a:rPr>
                <a:solidFill>
                  <a:srgbClr val="F8FAFC"/>
                </a:solidFill>
              </a:rPr>
              <a:t>NEVER use pytest.raises(...) on the bug crash. (Otherwise fix causes test failure!).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Dynamic sys.path Preamble: </a:t>
            </a:r>
            <a:r>
              <a:rPr>
                <a:solidFill>
                  <a:srgbClr val="F8FAFC"/>
                </a:solidFill>
              </a:rPr>
              <a:t>Injects project_root, src/, and lib/ so cloned packages import anywhere.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Metadata Compatibility Shim: </a:t>
            </a:r>
            <a:r>
              <a:rPr>
                <a:solidFill>
                  <a:srgbClr val="F8FAFC"/>
                </a:solidFill>
              </a:rPr>
              <a:t>Safely wraps importlib.metadata.version to avoid PackageNotFoundError.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100% Offline &amp; Self-Contained: </a:t>
            </a:r>
            <a:r>
              <a:rPr>
                <a:solidFill>
                  <a:srgbClr val="F8FAFC"/>
                </a:solidFill>
              </a:rPr>
              <a:t>No external HTTP endpoints; tests local classes and functions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Step 5: Execution &amp; Crash Confirmation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Isolated Test Runner: </a:t>
            </a:r>
            <a:r>
              <a:rPr>
                <a:solidFill>
                  <a:srgbClr val="F8FAFC"/>
                </a:solidFill>
              </a:rPr>
              <a:t>Invokes pytest with --noconftest, -o filterwarnings, -p no:cacheprovider.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Crash Verification: </a:t>
            </a:r>
            <a:r>
              <a:rPr>
                <a:solidFill>
                  <a:srgbClr val="F8FAFC"/>
                </a:solidFill>
              </a:rPr>
              <a:t>Checks for non-zero return code (return_code != 0 confirms the bug).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Full Traceback Capture: </a:t>
            </a:r>
            <a:r>
              <a:rPr>
                <a:solidFill>
                  <a:srgbClr val="F8FAFC"/>
                </a:solidFill>
              </a:rPr>
              <a:t>Extracts standard output, standard error, exception type, and stack frames.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Reproduced State Confirmed: </a:t>
            </a:r>
            <a:r>
              <a:rPr>
                <a:solidFill>
                  <a:srgbClr val="F8FAFC"/>
                </a:solidFill>
              </a:rPr>
              <a:t>Marks Step 5 as DONE with explosion badge 💥; feeds trace to Step 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PIPELINE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Step 6: Root Cause Isolation &amp; Surgical Fix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Pinpointing the exact offending file and lines without touching tests or virtualenvs.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Reversed Stack Frame Isolation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Traceback Parsing: </a:t>
            </a:r>
            <a:r>
              <a:rPr>
                <a:solidFill>
                  <a:srgbClr val="F8FAFC"/>
                </a:solidFill>
              </a:rPr>
              <a:t>Extracts all File "...", line ... frames from the crash output.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Reversed Search: </a:t>
            </a:r>
            <a:r>
              <a:rPr>
                <a:solidFill>
                  <a:srgbClr val="F8FAFC"/>
                </a:solidFill>
              </a:rPr>
              <a:t>Inspects frames from innermost (where exception occurred) to outermost.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Strict Target Filter: </a:t>
            </a:r>
            <a:r>
              <a:rPr>
                <a:solidFill>
                  <a:srgbClr val="F8FAFC"/>
                </a:solidFill>
              </a:rPr>
              <a:t>Disallows tests/, test/, .venv/, site-packages/, and node_modules/.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Exact Snippet Extraction: </a:t>
            </a:r>
            <a:r>
              <a:rPr>
                <a:solidFill>
                  <a:srgbClr val="F8FAFC"/>
                </a:solidFill>
              </a:rPr>
              <a:t>Reads the candidate source file and extracts a 80-line window around the crash.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Verbatim Code Grounding: </a:t>
            </a:r>
            <a:r>
              <a:rPr>
                <a:solidFill>
                  <a:srgbClr val="F8FAFC"/>
                </a:solidFill>
              </a:rPr>
              <a:t>Supplies both numbered and raw code snippets to the LLM as 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Multi-Syntax Fix Extraction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JSON Response Parser: </a:t>
            </a:r>
            <a:r>
              <a:rPr>
                <a:solidFill>
                  <a:srgbClr val="F8FAFC"/>
                </a:solidFill>
              </a:rPr>
              <a:t>Parses target_file, old_code, new_code, and root_cause.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Triple-Quote Pseudo JSON: </a:t>
            </a:r>
            <a:r>
              <a:rPr>
                <a:solidFill>
                  <a:srgbClr val="F8FAFC"/>
                </a:solidFill>
              </a:rPr>
              <a:t>Handles multiline python code wrapped in triple quotes (''' or """).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SEARCH / REPLACE Support: </a:t>
            </a:r>
            <a:r>
              <a:rPr>
                <a:solidFill>
                  <a:srgbClr val="F8FAFC"/>
                </a:solidFill>
              </a:rPr>
              <a:t>Extracts git-style &lt;&lt;&lt;&lt;&lt;&lt;&lt; SEARCH ... ======= ... &gt;&gt;&gt;&gt;&gt;&gt;&gt; REPLACE blocks.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Before / After Markdown: </a:t>
            </a:r>
            <a:r>
              <a:rPr>
                <a:solidFill>
                  <a:srgbClr val="F8FAFC"/>
                </a:solidFill>
              </a:rPr>
              <a:t>Extracts Replace: ```python ... ``` With: ```python ... ``` blocks.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Surgical Scope: </a:t>
            </a:r>
            <a:r>
              <a:rPr>
                <a:solidFill>
                  <a:srgbClr val="F8FAFC"/>
                </a:solidFill>
              </a:rPr>
              <a:t>Forces old_code to replace the exact faulty expression rather than entire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PIPELINE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Step 7: Indentation-Preserving &amp; Fuzzy Patch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Applying code changes cleanly without introducing indentation errors or whitespace mismatches.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3-Tier Matching Algorithm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Tier 1: Verbatim Raw Match: </a:t>
            </a:r>
            <a:r>
              <a:rPr>
                <a:solidFill>
                  <a:srgbClr val="F8FAFC"/>
                </a:solidFill>
              </a:rPr>
              <a:t>Searches for normalized_old in normalized_content preserving original formatting.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Tier 2: Line-by-Line Match: </a:t>
            </a:r>
            <a:r>
              <a:rPr>
                <a:solidFill>
                  <a:srgbClr val="F8FAFC"/>
                </a:solidFill>
              </a:rPr>
              <a:t>Whitespace-tolerant match comparing stripped line sequences.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Tier 3: Fuzzy SequenceMatcher: </a:t>
            </a:r>
            <a:r>
              <a:rPr>
                <a:solidFill>
                  <a:srgbClr val="F8FAFC"/>
                </a:solidFill>
              </a:rPr>
              <a:t>Sliding window difflib matcher (similarity threshold &gt;= 78%).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Single-Line &amp; Multi-Line: </a:t>
            </a:r>
            <a:r>
              <a:rPr>
                <a:solidFill>
                  <a:srgbClr val="F8FAFC"/>
                </a:solidFill>
              </a:rPr>
              <a:t>Works seamlessly for single-line one-liners or complex multi-line blocks.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Indentation Alignment &amp; Safety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Delta-Based Indentation: </a:t>
            </a:r>
            <a:r>
              <a:rPr>
                <a:solidFill>
                  <a:srgbClr val="F8FAFC"/>
                </a:solidFill>
              </a:rPr>
              <a:t>Calculates base indentation of target file vs proposed replacement code.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Indentation Error Prevention: </a:t>
            </a:r>
            <a:r>
              <a:rPr>
                <a:solidFill>
                  <a:srgbClr val="F8FAFC"/>
                </a:solidFill>
              </a:rPr>
              <a:t>Shifts replacement lines by the exact indentation delta automatically.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Automatic .backup Creation: </a:t>
            </a:r>
            <a:r>
              <a:rPr>
                <a:solidFill>
                  <a:srgbClr val="F8FAFC"/>
                </a:solidFill>
              </a:rPr>
              <a:t>Saves filename.backup before writing any changes to disk.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Unified Diff Generation: </a:t>
            </a:r>
            <a:r>
              <a:rPr>
                <a:solidFill>
                  <a:srgbClr val="F8FAFC"/>
                </a:solidFill>
              </a:rPr>
              <a:t>Generates standard diff format (a/file vs b/file) for human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PIPELINE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Step 8: Fix Verification &amp; Autonomous Self-Correction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Mathematically proving the bug is resolved while safeguarding against regressions.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Verification &amp; Regression Testing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Re-run Reproduction Test: </a:t>
            </a:r>
            <a:r>
              <a:rPr>
                <a:solidFill>
                  <a:srgbClr val="F8FAFC"/>
                </a:solidFill>
              </a:rPr>
              <a:t>Executes the minimal reproduction test written in Step 4.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Success Metric: </a:t>
            </a:r>
            <a:r>
              <a:rPr>
                <a:solidFill>
                  <a:srgbClr val="F8FAFC"/>
                </a:solidFill>
              </a:rPr>
              <a:t>Return code 0 (all assertions pass) confirms the fix resolved the bug.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Full Regression Suite: </a:t>
            </a:r>
            <a:r>
              <a:rPr>
                <a:solidFill>
                  <a:srgbClr val="F8FAFC"/>
                </a:solidFill>
              </a:rPr>
              <a:t>Runs the project's wider test suite to ensure no collateral damage.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Clean Status Badge: </a:t>
            </a:r>
            <a:r>
              <a:rPr>
                <a:solidFill>
                  <a:srgbClr val="F8FAFC"/>
                </a:solidFill>
              </a:rPr>
              <a:t>Displays green checkmark ✅ and FIX_VERIFIED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Autonomous Self-Correction Loop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Failure Detection: </a:t>
            </a:r>
            <a:r>
              <a:rPr>
                <a:solidFill>
                  <a:srgbClr val="F8FAFC"/>
                </a:solidFill>
              </a:rPr>
              <a:t>If verification fails on Attempt 1, the agent does NOT stop or crash.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Instant Rollback: </a:t>
            </a:r>
            <a:r>
              <a:rPr>
                <a:solidFill>
                  <a:srgbClr val="F8FAFC"/>
                </a:solidFill>
              </a:rPr>
              <a:t>Restores the pristine original file from .backup immediately.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Reflection Feedback: </a:t>
            </a:r>
            <a:r>
              <a:rPr>
                <a:solidFill>
                  <a:srgbClr val="F8FAFC"/>
                </a:solidFill>
              </a:rPr>
              <a:t>Feeds the new verification traceback and failure reason back into the LLM.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Refined Patch Application: </a:t>
            </a:r>
            <a:r>
              <a:rPr>
                <a:solidFill>
                  <a:srgbClr val="F8FAFC"/>
                </a:solidFill>
              </a:rPr>
              <a:t>Applies the refined code proposal and re-runs verification.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Resilience: </a:t>
            </a:r>
            <a:r>
              <a:rPr>
                <a:solidFill>
                  <a:srgbClr val="F8FAFC"/>
                </a:solidFill>
              </a:rPr>
              <a:t>Fixes subtle edge cases autonomously without requiring human intervention.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PIPELINE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Steps 9 &amp; 10: Executive Report &amp; Human Pair-Programming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Presenting transparent, actionable artifacts to the human software engineer.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Step 9: Executive &amp; Technical Report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Executive Summary: </a:t>
            </a:r>
            <a:r>
              <a:rPr>
                <a:solidFill>
                  <a:srgbClr val="F8FAFC"/>
                </a:solidFill>
              </a:rPr>
              <a:t>Issue title, number, target repository, and high-level status badge.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Reproduction Evidence: </a:t>
            </a:r>
            <a:r>
              <a:rPr>
                <a:solidFill>
                  <a:srgbClr val="F8FAFC"/>
                </a:solidFill>
              </a:rPr>
              <a:t>Includes the exact minimal reproduction test code and crash trace.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Root Cause Analysis: </a:t>
            </a:r>
            <a:r>
              <a:rPr>
                <a:solidFill>
                  <a:srgbClr val="F8FAFC"/>
                </a:solidFill>
              </a:rPr>
              <a:t>Clear explanation of why the crash occurred.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Unified Code Diff: </a:t>
            </a:r>
            <a:r>
              <a:rPr>
                <a:solidFill>
                  <a:srgbClr val="F8FAFC"/>
                </a:solidFill>
              </a:rPr>
              <a:t>Displays color-coded additions (+) and deletions (-) in standard diff format.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Safety Guarantee: </a:t>
            </a:r>
            <a:r>
              <a:rPr>
                <a:solidFill>
                  <a:srgbClr val="F8FAFC"/>
                </a:solidFill>
              </a:rPr>
              <a:t>Explicit confirmation: Local only, nothing was pushed upstream.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Step 10: Interactive Streamlit UI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One-Line 10-Step Progress: </a:t>
            </a:r>
            <a:r>
              <a:rPr>
                <a:solidFill>
                  <a:srgbClr val="F8FAFC"/>
                </a:solidFill>
              </a:rPr>
              <a:t>Real-time horizontal status bar tracking steps 01 through 10.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Live Execution Logs: </a:t>
            </a:r>
            <a:r>
              <a:rPr>
                <a:solidFill>
                  <a:srgbClr val="F8FAFC"/>
                </a:solidFill>
              </a:rPr>
              <a:t>Colorized log stream showing Shell, File Editor, and LLM activity.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Collapsible Deep Dives: </a:t>
            </a:r>
            <a:r>
              <a:rPr>
                <a:solidFill>
                  <a:srgbClr val="F8FAFC"/>
                </a:solidFill>
              </a:rPr>
              <a:t>Inspect reproduction plan, crash output, code diff, and test results.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One-Click VS Code Launcher: </a:t>
            </a:r>
            <a:r>
              <a:rPr>
                <a:solidFill>
                  <a:srgbClr val="F8FAFC"/>
                </a:solidFill>
              </a:rPr>
              <a:t>Opens modified files directly in local editor with one click.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Real-World Case Studies: Verified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Proven on local microservices and top-tier open-source 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Case 1: Unicode Header Service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Bug Report: </a:t>
            </a:r>
            <a:r>
              <a:rPr>
                <a:solidFill>
                  <a:srgbClr val="F8FAFC"/>
                </a:solidFill>
              </a:rPr>
              <a:t>Issue #101: 'crashes when the header value contains unicode' (emojis/non-ASCII).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Target Code: </a:t>
            </a:r>
            <a:r>
              <a:rPr>
                <a:solidFill>
                  <a:srgbClr val="F8FAFC"/>
                </a:solidFill>
              </a:rPr>
              <a:t>service/header_parser.py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Reproduction: </a:t>
            </a:r>
            <a:r>
              <a:rPr>
                <a:solidFill>
                  <a:srgbClr val="F8FAFC"/>
                </a:solidFill>
              </a:rPr>
              <a:t>Minimal test sent 'Bearer 🚀_token_üñíçödé'; crashed with UnicodeEncodeError.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Applied Fix: </a:t>
            </a:r>
            <a:r>
              <a:rPr>
                <a:solidFill>
                  <a:srgbClr val="F8FAFC"/>
                </a:solidFill>
              </a:rPr>
              <a:t>Replaced value.encode('ascii').decode('ascii').upper() with value.upper().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Verification: </a:t>
            </a:r>
            <a:r>
              <a:rPr>
                <a:solidFill>
                  <a:srgbClr val="F8FAFC"/>
                </a:solidFill>
              </a:rPr>
              <a:t>Test passed in 0.09s; full markdown report generated.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Case 2: PSF Requests (Issue #4800)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Bug Report: </a:t>
            </a:r>
            <a:r>
              <a:rPr>
                <a:solidFill>
                  <a:srgbClr val="F8FAFC"/>
                </a:solidFill>
              </a:rPr>
              <a:t>Issue #4800: InvalidHeader exception with non-ASCII characters in header values.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Target Code: </a:t>
            </a:r>
            <a:r>
              <a:rPr>
                <a:solidFill>
                  <a:srgbClr val="F8FAFC"/>
                </a:solidFill>
              </a:rPr>
              <a:t>src/requests/utils.py (_validate_header_part).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Reproduction: </a:t>
            </a:r>
            <a:r>
              <a:rPr>
                <a:solidFill>
                  <a:srgbClr val="F8FAFC"/>
                </a:solidFill>
              </a:rPr>
              <a:t>Prepared request with non-ASCII token; confirmed InvalidHeader crash.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Applied Fix: </a:t>
            </a:r>
            <a:r>
              <a:rPr>
                <a:solidFill>
                  <a:srgbClr val="F8FAFC"/>
                </a:solidFill>
              </a:rPr>
              <a:t>Surgically allowed non-ASCII unicode values without throwing InvalidHeader.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Verification: </a:t>
            </a:r>
            <a:r>
              <a:rPr>
                <a:solidFill>
                  <a:srgbClr val="F8FAFC"/>
                </a:solidFill>
              </a:rPr>
              <a:t>Verification test passed cleanly without regressions across requests 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MODEL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Multi-LLM Engine: Privacy, Speed &amp;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Seamlessly switch between 100% private local models and ultra-fast cloud LLMs.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💻 Qwen2.5-Coder 7B (Ollama)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100% Local &amp; Private: </a:t>
            </a:r>
            <a:r>
              <a:rPr>
                <a:solidFill>
                  <a:srgbClr val="F8FAFC"/>
                </a:solidFill>
              </a:rPr>
              <a:t>Runs completely on localhost. No data ever leaves the user's machine.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Zero Rate Limits: </a:t>
            </a:r>
            <a:r>
              <a:rPr>
                <a:solidFill>
                  <a:srgbClr val="F8FAFC"/>
                </a:solidFill>
              </a:rPr>
              <a:t>Run 100+ issues without hitting API quota or paying API costs.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Specialized Code IQ: </a:t>
            </a:r>
            <a:r>
              <a:rPr>
                <a:solidFill>
                  <a:srgbClr val="F8FAFC"/>
                </a:solidFill>
              </a:rPr>
              <a:t>State-of-the-art coding benchmark performance for a 7B parameter model.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Optimized Inference: </a:t>
            </a:r>
            <a:r>
              <a:rPr>
                <a:solidFill>
                  <a:srgbClr val="F8FAFC"/>
                </a:solidFill>
              </a:rPr>
              <a:t>Configured with num_predict=1024 for 3x faster local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⚡ Groq Ultra-Fast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Lightning Speed: </a:t>
            </a:r>
            <a:r>
              <a:rPr>
                <a:solidFill>
                  <a:srgbClr val="F8FAFC"/>
                </a:solidFill>
              </a:rPr>
              <a:t>Delivers 500+ tokens/second for instantaneous step transitions.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Free Tier Available: </a:t>
            </a:r>
            <a:r>
              <a:rPr>
                <a:solidFill>
                  <a:srgbClr val="F8FAFC"/>
                </a:solidFill>
              </a:rPr>
              <a:t>High rate limits on free developer tier.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High Reasoning: </a:t>
            </a:r>
            <a:r>
              <a:rPr>
                <a:solidFill>
                  <a:srgbClr val="F8FAFC"/>
                </a:solidFill>
              </a:rPr>
              <a:t>Powered by Qwen 2.5 / Llama 3 models.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Instant Reporting: </a:t>
            </a:r>
            <a:r>
              <a:rPr>
                <a:solidFill>
                  <a:srgbClr val="F8FAFC"/>
                </a:solidFill>
              </a:rPr>
              <a:t>Generates full 10-step pipelines in under 15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🔮 Google Gemini Flash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Large Context Window: </a:t>
            </a:r>
            <a:r>
              <a:rPr>
                <a:solidFill>
                  <a:srgbClr val="F8FAFC"/>
                </a:solidFill>
              </a:rPr>
              <a:t>1M+ token context window easily ingests massive repository files.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Free Tier (AI Studio): </a:t>
            </a:r>
            <a:r>
              <a:rPr>
                <a:solidFill>
                  <a:srgbClr val="F8FAFC"/>
                </a:solidFill>
              </a:rPr>
              <a:t>1,500 free requests per day.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Multi-Language Fluency: </a:t>
            </a:r>
            <a:r>
              <a:rPr>
                <a:solidFill>
                  <a:srgbClr val="F8FAFC"/>
                </a:solidFill>
              </a:rPr>
              <a:t>Exceptional cross-lingual debugging (Python, JS, Go, Rust).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Automatic Failover: </a:t>
            </a:r>
            <a:r>
              <a:rPr>
                <a:solidFill>
                  <a:srgbClr val="F8FAFC"/>
                </a:solidFill>
              </a:rPr>
              <a:t>Agent auto-switches to Groq/Ollama if quota limits are reached.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 &amp; Engineering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open-source maintenance from hours of toil to minutes of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The Autonomous Advantage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70% Time Savings: </a:t>
            </a:r>
            <a:r>
              <a:rPr>
                <a:solidFill>
                  <a:srgbClr val="F8FAFC"/>
                </a:solidFill>
              </a:rPr>
              <a:t>Eliminates the entire manual reproduction and setup cycle.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Grounded Reasoning: </a:t>
            </a:r>
            <a:r>
              <a:rPr>
                <a:solidFill>
                  <a:srgbClr val="F8FAFC"/>
                </a:solidFill>
              </a:rPr>
              <a:t>No hallucinated classes or functions thanks to AST signature profiling.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Rock-Solid Safety: </a:t>
            </a:r>
            <a:r>
              <a:rPr>
                <a:solidFill>
                  <a:srgbClr val="F8FAFC"/>
                </a:solidFill>
              </a:rPr>
              <a:t>Auto-backups, isolated sandboxes, and zero upstream pushes protect your repos.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Universal Compatibility: </a:t>
            </a:r>
            <a:r>
              <a:rPr>
                <a:solidFill>
                  <a:srgbClr val="F8FAFC"/>
                </a:solidFill>
              </a:rPr>
              <a:t>Works on any GitHub issue URL, pull request, or local repository benchmark.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Get Started in 3 Steps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Step 1: Launch Web UI: </a:t>
            </a:r>
            <a:r>
              <a:rPr>
                <a:solidFill>
                  <a:srgbClr val="F8FAFC"/>
                </a:solidFill>
              </a:rPr>
              <a:t>Start with .\venv\Scripts\streamlit.exe run ui.py (port 8501).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Step 2: Paste Issue URL: </a:t>
            </a:r>
            <a:r>
              <a:rPr>
                <a:solidFill>
                  <a:srgbClr val="F8FAFC"/>
                </a:solidFill>
              </a:rPr>
              <a:t>Input any GitHub link (e.g. https://github.com/psf/requests/issues/4800).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Step 3: Review Verified Fix: </a:t>
            </a:r>
            <a:r>
              <a:rPr>
                <a:solidFill>
                  <a:srgbClr val="F8FAFC"/>
                </a:solidFill>
              </a:rPr>
              <a:t>Inspect the Old vs New code diff and verified pytest green status!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38BDF8"/>
                </a:solidFill>
              </a:rPr>
              <a:t>Ready for Production: </a:t>
            </a:r>
            <a:r>
              <a:rPr>
                <a:solidFill>
                  <a:srgbClr val="F8FAFC"/>
                </a:solidFill>
              </a:rPr>
              <a:t>Empowers developers with trusted, test-proven code proposals.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